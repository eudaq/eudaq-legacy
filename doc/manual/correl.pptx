
<file path=[Content_Types].xml><?xml version="1.0" encoding="utf-8"?>
<Types xmlns="http://schemas.openxmlformats.org/package/2006/content-types">
  <Override PartName="/docProps/core.xml" ContentType="application/vnd.openxmlformats-package.core-properties+xml"/>
  <Default Extension="rels" ContentType="application/vnd.openxmlformats-package.relationships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slideLayouts/slideLayout1.xml" ContentType="application/vnd.openxmlformats-officedocument.presentationml.slideLayout+xml"/>
  <Default Extension="png" ContentType="image/png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Default Extension="xml" ContentType="application/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Layouts/slideLayout7.xml" ContentType="application/vnd.openxmlformats-officedocument.presentationml.slideLayout+xml"/>
  <Default Extension="pdf" ContentType="application/pdf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Default Extension="bin" ContentType="application/vnd.openxmlformats-officedocument.presentationml.printerSettings"/>
  <Default Extension="jpeg" ContentType="image/jpeg"/>
  <Override PartName="/ppt/tableStyles.xml" ContentType="application/vnd.openxmlformats-officedocument.presentationml.tableStyles+xml"/>
  <Override PartName="/ppt/slideLayouts/slideLayout4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144000" cy="6858000" type="screen4x3"/>
  <p:notesSz cx="6858000" cy="9144000"/>
  <p:defaultTextStyle>
    <a:defPPr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94660"/>
  </p:normalViewPr>
  <p:slideViewPr>
    <p:cSldViewPr snapToGrid="0" snapToObjects="1">
      <p:cViewPr varScale="1">
        <p:scale>
          <a:sx n="112" d="100"/>
          <a:sy n="112" d="100"/>
        </p:scale>
        <p:origin x="-68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173759-878A-EB45-9B8E-63C3856FC882}" type="datetimeFigureOut">
              <a:rPr lang="en-GB" smtClean="0"/>
              <a:pPr/>
              <a:t>2/25/10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D5A30-FDA6-9B48-8D2E-6522D2CBF5BC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C1AB20-F0D8-EF42-86FB-D94F241D5B34}" type="datetimeFigureOut">
              <a:rPr lang="en-GB" smtClean="0"/>
              <a:pPr/>
              <a:t>2/25/10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EF808-7834-174D-9F40-92F517319A51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ECDD3-DB75-D247-8F29-65C1759CE599}" type="datetimeFigureOut">
              <a:rPr lang="en-GB" smtClean="0"/>
              <a:pPr/>
              <a:t>2/25/10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4DBDA-AFD9-2246-953A-591C4CCA55C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ECDD3-DB75-D247-8F29-65C1759CE599}" type="datetimeFigureOut">
              <a:rPr lang="en-GB" smtClean="0"/>
              <a:pPr/>
              <a:t>2/25/10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4DBDA-AFD9-2246-953A-591C4CCA55C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ECDD3-DB75-D247-8F29-65C1759CE599}" type="datetimeFigureOut">
              <a:rPr lang="en-GB" smtClean="0"/>
              <a:pPr/>
              <a:t>2/25/10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4DBDA-AFD9-2246-953A-591C4CCA55C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ECDD3-DB75-D247-8F29-65C1759CE599}" type="datetimeFigureOut">
              <a:rPr lang="en-GB" smtClean="0"/>
              <a:pPr/>
              <a:t>2/25/10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4DBDA-AFD9-2246-953A-591C4CCA55C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ECDD3-DB75-D247-8F29-65C1759CE599}" type="datetimeFigureOut">
              <a:rPr lang="en-GB" smtClean="0"/>
              <a:pPr/>
              <a:t>2/25/10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4DBDA-AFD9-2246-953A-591C4CCA55C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ECDD3-DB75-D247-8F29-65C1759CE599}" type="datetimeFigureOut">
              <a:rPr lang="en-GB" smtClean="0"/>
              <a:pPr/>
              <a:t>2/25/10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4DBDA-AFD9-2246-953A-591C4CCA55C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ECDD3-DB75-D247-8F29-65C1759CE599}" type="datetimeFigureOut">
              <a:rPr lang="en-GB" smtClean="0"/>
              <a:pPr/>
              <a:t>2/25/10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4DBDA-AFD9-2246-953A-591C4CCA55C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ECDD3-DB75-D247-8F29-65C1759CE599}" type="datetimeFigureOut">
              <a:rPr lang="en-GB" smtClean="0"/>
              <a:pPr/>
              <a:t>2/25/10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4DBDA-AFD9-2246-953A-591C4CCA55C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ECDD3-DB75-D247-8F29-65C1759CE599}" type="datetimeFigureOut">
              <a:rPr lang="en-GB" smtClean="0"/>
              <a:pPr/>
              <a:t>2/25/10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4DBDA-AFD9-2246-953A-591C4CCA55C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ECDD3-DB75-D247-8F29-65C1759CE599}" type="datetimeFigureOut">
              <a:rPr lang="en-GB" smtClean="0"/>
              <a:pPr/>
              <a:t>2/25/10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4DBDA-AFD9-2246-953A-591C4CCA55C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ECDD3-DB75-D247-8F29-65C1759CE599}" type="datetimeFigureOut">
              <a:rPr lang="en-GB" smtClean="0"/>
              <a:pPr/>
              <a:t>2/25/10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4DBDA-AFD9-2246-953A-591C4CCA55C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ECDD3-DB75-D247-8F29-65C1759CE599}" type="datetimeFigureOut">
              <a:rPr lang="en-GB" smtClean="0"/>
              <a:pPr/>
              <a:t>2/25/10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4DBDA-AFD9-2246-953A-591C4CCA55C3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df"/><Relationship Id="rId5" Type="http://schemas.openxmlformats.org/officeDocument/2006/relationships/image" Target="../media/image41.png"/><Relationship Id="rId6" Type="http://schemas.openxmlformats.org/officeDocument/2006/relationships/image" Target="../media/image4.png"/><Relationship Id="rId7" Type="http://schemas.openxmlformats.org/officeDocument/2006/relationships/image" Target="../media/image5.pdf"/><Relationship Id="rId8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rre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514" y="992002"/>
            <a:ext cx="2682581" cy="2460829"/>
          </a:xfrm>
          <a:prstGeom prst="rect">
            <a:avLst/>
          </a:prstGeom>
        </p:spPr>
      </p:pic>
      <p:pic>
        <p:nvPicPr>
          <p:cNvPr id="6" name="Picture 5" descr="corre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455" y="992002"/>
            <a:ext cx="2682581" cy="2460829"/>
          </a:xfrm>
          <a:prstGeom prst="rect">
            <a:avLst/>
          </a:prstGeom>
        </p:spPr>
      </p:pic>
      <p:pic>
        <p:nvPicPr>
          <p:cNvPr id="7" name="Picture 6" descr="correl3.pdf"/>
          <p:cNvPicPr>
            <a:picLocks noChangeAspect="1"/>
          </p:cNvPicPr>
          <p:nvPr/>
        </p:nvPicPr>
        <mc:AlternateContent xmlns:ma="http://schemas.microsoft.com/office/mac/drawingml/2008/main">
          <mc:Choice Requires="ma">
            <p:blipFill>
              <a:blip r:embed="rId4"/>
              <a:stretch>
                <a:fillRect/>
              </a:stretch>
            </p:blipFill>
          </mc:Choice>
      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1752514" y="3452831"/>
            <a:ext cx="2736468" cy="2461373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4435096" y="3559734"/>
            <a:ext cx="2550121" cy="1215034"/>
            <a:chOff x="2892905" y="4297945"/>
            <a:chExt cx="2732173" cy="1321937"/>
          </a:xfrm>
        </p:grpSpPr>
        <p:pic>
          <p:nvPicPr>
            <p:cNvPr id="11" name="Picture 10" descr="correl2z.png"/>
            <p:cNvPicPr>
              <a:picLocks noChangeAspect="1"/>
            </p:cNvPicPr>
            <p:nvPr/>
          </p:nvPicPr>
          <p:blipFill>
            <a:blip r:embed="rId6"/>
            <a:srcRect l="9429" t="88700" r="15157"/>
            <a:stretch>
              <a:fillRect/>
            </a:stretch>
          </p:blipFill>
          <p:spPr>
            <a:xfrm>
              <a:off x="3198839" y="5286375"/>
              <a:ext cx="2426239" cy="333507"/>
            </a:xfrm>
            <a:prstGeom prst="rect">
              <a:avLst/>
            </a:prstGeom>
          </p:spPr>
        </p:pic>
        <p:pic>
          <p:nvPicPr>
            <p:cNvPr id="10" name="Picture 9" descr="correl2z.png"/>
            <p:cNvPicPr>
              <a:picLocks noChangeAspect="1"/>
            </p:cNvPicPr>
            <p:nvPr/>
          </p:nvPicPr>
          <p:blipFill>
            <a:blip r:embed="rId5"/>
            <a:srcRect t="36568" r="15294" b="29437"/>
            <a:stretch>
              <a:fillRect/>
            </a:stretch>
          </p:blipFill>
          <p:spPr>
            <a:xfrm>
              <a:off x="2892905" y="4297945"/>
              <a:ext cx="2727942" cy="1004305"/>
            </a:xfrm>
            <a:prstGeom prst="rect">
              <a:avLst/>
            </a:prstGeom>
          </p:spPr>
        </p:pic>
      </p:grpSp>
      <p:pic>
        <p:nvPicPr>
          <p:cNvPr id="9" name="Picture 8" descr="correl3z.pdf"/>
          <p:cNvPicPr>
            <a:picLocks noChangeAspect="1"/>
          </p:cNvPicPr>
          <p:nvPr/>
        </p:nvPicPr>
        <mc:AlternateContent xmlns:ma="http://schemas.microsoft.com/office/mac/drawingml/2008/main">
          <mc:Choice Requires="ma">
            <p:blipFill>
              <a:blip r:embed="rId7"/>
              <a:srcRect t="47002"/>
              <a:stretch>
                <a:fillRect/>
              </a:stretch>
            </p:blipFill>
          </mc:Choice>
          <mc:Fallback xmlns:p="http://schemas.openxmlformats.org/presentationml/2006/main" xmlns:mv="urn:schemas-microsoft-com:mac:vml" xmlns:mc="http://schemas.openxmlformats.org/markup-compatibility/2006" xmlns:r="http://schemas.openxmlformats.org/officeDocument/2006/relationships" xmlns:a="http://schemas.openxmlformats.org/drawingml/2006/main" xmlns="">
            <p:blipFill>
              <a:blip r:embed="rId8"/>
              <a:srcRect t="47002"/>
              <a:stretch>
                <a:fillRect/>
              </a:stretch>
            </p:blipFill>
          </mc:Fallback>
        </mc:AlternateContent>
        <p:spPr>
          <a:xfrm>
            <a:off x="4420943" y="4649753"/>
            <a:ext cx="2674054" cy="127473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09023" y="3294075"/>
            <a:ext cx="826908" cy="276999"/>
          </a:xfrm>
          <a:prstGeom prst="rect">
            <a:avLst/>
          </a:prstGeom>
          <a:noFill/>
        </p:spPr>
        <p:txBody>
          <a:bodyPr wrap="none" lIns="36000" tIns="0" rIns="0" bIns="0" rtlCol="0">
            <a:spAutoFit/>
          </a:bodyPr>
          <a:lstStyle/>
          <a:p>
            <a:r>
              <a:rPr lang="en-GB" dirty="0" smtClean="0"/>
              <a:t>Zoom </a:t>
            </a:r>
            <a:r>
              <a:rPr lang="en-GB" dirty="0" err="1" smtClean="0">
                <a:latin typeface="Wingdings"/>
                <a:ea typeface="Wingdings"/>
                <a:cs typeface="Wingdings"/>
              </a:rPr>
              <a:t></a:t>
            </a:r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4160131" y="5011337"/>
            <a:ext cx="831245" cy="276999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GB" dirty="0" smtClean="0"/>
              <a:t>Zoom </a:t>
            </a:r>
            <a:r>
              <a:rPr lang="en-GB" dirty="0" err="1" smtClean="0">
                <a:latin typeface="Wingdings"/>
                <a:ea typeface="Wingdings"/>
                <a:cs typeface="Wingdings"/>
              </a:rPr>
              <a:t></a:t>
            </a:r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</Words>
  <Application>Microsoft Macintosh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>DPNC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Emlyn Corrin</dc:creator>
  <cp:lastModifiedBy>Emlyn Corrin</cp:lastModifiedBy>
  <cp:revision>2</cp:revision>
  <dcterms:created xsi:type="dcterms:W3CDTF">2010-02-25T21:17:56Z</dcterms:created>
  <dcterms:modified xsi:type="dcterms:W3CDTF">2010-02-25T21:18:55Z</dcterms:modified>
</cp:coreProperties>
</file>